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548217" y="3860238"/>
            <a:ext cx="15349257" cy="609523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grpSp>
        <p:nvGrpSpPr>
          <p:cNvPr id="1008" name="그룹 1008"/>
          <p:cNvGrpSpPr/>
          <p:nvPr/>
        </p:nvGrpSpPr>
        <p:grpSpPr>
          <a:xfrm>
            <a:off x="10309808" y="3594948"/>
            <a:ext cx="6171429" cy="5488148"/>
            <a:chOff x="10309808" y="3594948"/>
            <a:chExt cx="6171429" cy="5488148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09808" y="3594948"/>
              <a:ext cx="6171429" cy="5488148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396718" y="3625978"/>
            <a:ext cx="9134495" cy="3481990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406241" y="3742197"/>
            <a:ext cx="15281695" cy="328000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459391" y="3687779"/>
            <a:ext cx="15393895" cy="465523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538693" y="3343141"/>
            <a:ext cx="15367133" cy="6910105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561550" y="3852857"/>
            <a:ext cx="15315533" cy="356779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571074" y="3907964"/>
            <a:ext cx="15228657" cy="490666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7279" y="5267911"/>
            <a:ext cx="3221913" cy="5032015"/>
            <a:chOff x="-37279" y="5267911"/>
            <a:chExt cx="3221913" cy="503201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7279" y="5267911"/>
              <a:ext cx="3221913" cy="503201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558320" y="-1362485"/>
            <a:ext cx="4376172" cy="7091556"/>
            <a:chOff x="12558320" y="-1362485"/>
            <a:chExt cx="4376172" cy="70915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2558320" y="-1362485"/>
              <a:ext cx="4376172" cy="70915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3201" y="-3378501"/>
            <a:ext cx="9142857" cy="17142857"/>
            <a:chOff x="4583201" y="-3378501"/>
            <a:chExt cx="9142857" cy="17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608539" y="-11353163"/>
              <a:ext cx="18285714" cy="34285714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583201" y="-3378501"/>
              <a:ext cx="9142857" cy="17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359914" y="2103559"/>
            <a:ext cx="142857" cy="142857"/>
            <a:chOff x="2359914" y="2103559"/>
            <a:chExt cx="142857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914" y="2103559"/>
              <a:ext cx="142857" cy="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6942" y="1612651"/>
            <a:ext cx="3017162" cy="1877011"/>
            <a:chOff x="11886942" y="1612651"/>
            <a:chExt cx="3017162" cy="18770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031738" y="2158314"/>
              <a:ext cx="633167" cy="774714"/>
              <a:chOff x="12031738" y="2158314"/>
              <a:chExt cx="633167" cy="774714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1680000">
                <a:off x="11804698" y="1860500"/>
                <a:ext cx="1266334" cy="1549429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1680000">
                <a:off x="12031738" y="2158314"/>
                <a:ext cx="633167" cy="77471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930778" y="1720969"/>
              <a:ext cx="1879155" cy="1660375"/>
              <a:chOff x="12930778" y="1720969"/>
              <a:chExt cx="1879155" cy="166037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 rot="-10380000">
                <a:off x="12032783" y="1011544"/>
                <a:ext cx="3758309" cy="3320751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380000">
                <a:off x="12930778" y="1720969"/>
                <a:ext cx="1879155" cy="1660375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64543" y="3140836"/>
            <a:ext cx="2449248" cy="11025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899660" y="2103614"/>
            <a:ext cx="898349" cy="799890"/>
            <a:chOff x="1899660" y="2103614"/>
            <a:chExt cx="898349" cy="799890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938076" y="2103614"/>
              <a:ext cx="824629" cy="799890"/>
              <a:chOff x="1938076" y="2103614"/>
              <a:chExt cx="824629" cy="7998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38076" y="2103614"/>
                <a:ext cx="824629" cy="7998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955" y="1985703"/>
              <a:ext cx="1581381" cy="1180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67144" y="3880000"/>
            <a:ext cx="15292505" cy="669841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27238" y="9013238"/>
            <a:ext cx="3830762" cy="472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2024-03-18T18:29:06Z</dcterms:created>
  <dcterms:modified xsi:type="dcterms:W3CDTF">2024-03-18T18:29:06Z</dcterms:modified>
</cp:coreProperties>
</file>